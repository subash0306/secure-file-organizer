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5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58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33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94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47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67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025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479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802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73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9670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9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2206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68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47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573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0C641-EF99-4B27-A10E-72008A6D9628}" type="datetimeFigureOut">
              <a:rPr lang="en-IN" smtClean="0"/>
              <a:t>07-03-2025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2278932-66B2-4150-B3FE-F078354CE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529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ctrTitle"/>
          </p:nvPr>
        </p:nvSpPr>
        <p:spPr>
          <a:xfrm>
            <a:off x="1278194" y="538470"/>
            <a:ext cx="95667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339725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ERODE SENGUNTHAR ENGINEERING COLLEGE</a:t>
            </a:r>
            <a:br>
              <a:rPr lang="en-US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(AN AUTONOMOUS INSTITUTION)</a:t>
            </a:r>
            <a:b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PERUNDURAI, ERODE-638507</a:t>
            </a:r>
            <a:endParaRPr sz="2400" b="0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" name="Google Shape;64;p1"/>
          <p:cNvSpPr txBox="1">
            <a:spLocks noGrp="1"/>
          </p:cNvSpPr>
          <p:nvPr>
            <p:ph type="subTitle" idx="1"/>
          </p:nvPr>
        </p:nvSpPr>
        <p:spPr>
          <a:xfrm>
            <a:off x="1312606" y="1709549"/>
            <a:ext cx="95667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  DEPARTMENT OF INFORMATION TECHNOLOGY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4309" y="440147"/>
            <a:ext cx="1207770" cy="1094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1355" y="461496"/>
            <a:ext cx="1422257" cy="10941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 txBox="1"/>
          <p:nvPr/>
        </p:nvSpPr>
        <p:spPr>
          <a:xfrm>
            <a:off x="5863296" y="4189264"/>
            <a:ext cx="5016000" cy="187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/>
              <a:t>Modish R (730422205064)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/>
              <a:t>Subash</a:t>
            </a:r>
            <a:r>
              <a:rPr lang="en-US" sz="1800" dirty="0" smtClean="0"/>
              <a:t> </a:t>
            </a:r>
            <a:r>
              <a:rPr lang="en-US" sz="1800" dirty="0" err="1" smtClean="0"/>
              <a:t>Muthu</a:t>
            </a:r>
            <a:r>
              <a:rPr lang="en-US" sz="1800" dirty="0" smtClean="0"/>
              <a:t> </a:t>
            </a:r>
            <a:r>
              <a:rPr lang="en-US" sz="1800" dirty="0" err="1" smtClean="0"/>
              <a:t>Mathavan</a:t>
            </a:r>
            <a:r>
              <a:rPr lang="en-US" sz="1800" dirty="0" smtClean="0"/>
              <a:t> P </a:t>
            </a:r>
            <a:r>
              <a:rPr lang="en-US" sz="1800" dirty="0"/>
              <a:t>(</a:t>
            </a:r>
            <a:r>
              <a:rPr lang="en-US" sz="1800" dirty="0" smtClean="0"/>
              <a:t>730422205104</a:t>
            </a:r>
            <a:r>
              <a:rPr lang="en-US" sz="1800" dirty="0" smtClean="0"/>
              <a:t>)</a:t>
            </a: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/>
              <a:t>Tharun</a:t>
            </a:r>
            <a:r>
              <a:rPr lang="en-US" sz="1800" dirty="0"/>
              <a:t> </a:t>
            </a:r>
            <a:r>
              <a:rPr lang="en-US" sz="1800" dirty="0" smtClean="0"/>
              <a:t>Kumar N</a:t>
            </a:r>
            <a:r>
              <a:rPr lang="en-US" sz="1800" dirty="0" smtClean="0"/>
              <a:t> </a:t>
            </a:r>
            <a:r>
              <a:rPr lang="en-US" sz="1800" dirty="0" smtClean="0"/>
              <a:t>(</a:t>
            </a:r>
            <a:r>
              <a:rPr lang="en-US" sz="1800" dirty="0" smtClean="0"/>
              <a:t>730422205114)</a:t>
            </a:r>
            <a:endParaRPr sz="18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/>
              <a:t>Varunraja</a:t>
            </a:r>
            <a:r>
              <a:rPr lang="en-US" sz="1800" dirty="0" smtClean="0"/>
              <a:t> V </a:t>
            </a:r>
            <a:r>
              <a:rPr lang="en-US" sz="1800" dirty="0"/>
              <a:t>(</a:t>
            </a:r>
            <a:r>
              <a:rPr lang="en-US" sz="1800" dirty="0" smtClean="0"/>
              <a:t>730422205121)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/>
              <a:t>Vijayabrathi</a:t>
            </a:r>
            <a:r>
              <a:rPr lang="en-US" sz="1800" dirty="0" smtClean="0"/>
              <a:t> R (730422205123)</a:t>
            </a:r>
            <a:endParaRPr sz="18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312606" y="2501778"/>
            <a:ext cx="956669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Brewing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Success: How Starbucks Harnesses Big Data for Customer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Loyalty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>
            <a:spLocks noGrp="1"/>
          </p:cNvSpPr>
          <p:nvPr>
            <p:ph type="ctrTitle"/>
          </p:nvPr>
        </p:nvSpPr>
        <p:spPr>
          <a:xfrm>
            <a:off x="2132520" y="-1081642"/>
            <a:ext cx="6785400" cy="24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4000" b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000" b="1" u="sng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2"/>
          <p:cNvSpPr txBox="1">
            <a:spLocks noGrp="1"/>
          </p:cNvSpPr>
          <p:nvPr>
            <p:ph type="subTitle" idx="1"/>
          </p:nvPr>
        </p:nvSpPr>
        <p:spPr>
          <a:xfrm>
            <a:off x="1602658" y="2192013"/>
            <a:ext cx="99405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spcBef>
                <a:spcPts val="0"/>
              </a:spcBef>
              <a:buClr>
                <a:srgbClr val="595959"/>
              </a:buClr>
              <a:buSzPts val="280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Starbucks analyzes purchase data from its loyalty program to predict customer preferences and send personalized offers, boosting sales and customer engagement</a:t>
            </a:r>
            <a:endParaRPr sz="3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>
            <a:spLocks noGrp="1"/>
          </p:cNvSpPr>
          <p:nvPr>
            <p:ph type="ctrTitle"/>
          </p:nvPr>
        </p:nvSpPr>
        <p:spPr>
          <a:xfrm>
            <a:off x="1564942" y="279150"/>
            <a:ext cx="78561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US" sz="4000" b="1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3"/>
          <p:cNvSpPr txBox="1"/>
          <p:nvPr/>
        </p:nvSpPr>
        <p:spPr>
          <a:xfrm rot="544">
            <a:off x="2302350" y="1736542"/>
            <a:ext cx="75873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1564942" y="1383750"/>
            <a:ext cx="9062100" cy="572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571500" lvl="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Briefly explain what big data is (e.g., 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structured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unstructured, and semi-structured 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71500" lvl="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 industries where big data is making an impact, such as healthcare, finance, and retail.</a:t>
            </a:r>
          </a:p>
          <a:p>
            <a:pPr marL="571500" lvl="0" indent="-5715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 statistic: </a:t>
            </a:r>
            <a:r>
              <a:rPr lang="en-US" sz="3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big data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market </a:t>
            </a:r>
            <a:r>
              <a:rPr lang="en-US" sz="3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expected to grow to $273.4 billion </a:t>
            </a:r>
            <a:r>
              <a:rPr lang="en-US" sz="36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	 by </a:t>
            </a:r>
            <a:r>
              <a:rPr lang="en-US" sz="3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2026.”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/>
        </p:nvSpPr>
        <p:spPr>
          <a:xfrm>
            <a:off x="2231922" y="392692"/>
            <a:ext cx="81363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3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 Overview</a:t>
            </a:r>
            <a:endParaRPr sz="3600" b="1" u="sng" dirty="0">
              <a:solidFill>
                <a:srgbClr val="C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2481627" y="1720500"/>
            <a:ext cx="763680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1-2 sentence summary of the organization (e.g., Starbucks: A global coffee chain with over 33,000 stores worldwide).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importance of this case study for understanding real-world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/>
          <p:nvPr/>
        </p:nvSpPr>
        <p:spPr>
          <a:xfrm>
            <a:off x="1386312" y="1455083"/>
            <a:ext cx="9419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55;p5"/>
          <p:cNvSpPr txBox="1"/>
          <p:nvPr/>
        </p:nvSpPr>
        <p:spPr>
          <a:xfrm>
            <a:off x="1386312" y="309035"/>
            <a:ext cx="94194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</a:t>
            </a:r>
            <a:r>
              <a:rPr lang="en-US" sz="4000" b="1" u="sng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75823" y="1206572"/>
            <a:ext cx="952988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 down tools used: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(e.g.,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AWS, Google Cloud).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tools (e.g., Apache Spark, Tableau).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methods (e.g., loyalty cards, mobile app data).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Illustrate the solution as a flowchart or </a:t>
            </a:r>
            <a:r>
              <a:rPr kumimoji="0" lang="en-US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infographic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/>
        </p:nvSpPr>
        <p:spPr>
          <a:xfrm>
            <a:off x="1555263" y="626873"/>
            <a:ext cx="91638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</a:t>
            </a:r>
            <a:r>
              <a:rPr lang="en-US" sz="4000" b="1" u="sng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OUTCOMES</a:t>
            </a:r>
            <a:endParaRPr dirty="0"/>
          </a:p>
        </p:txBody>
      </p:sp>
      <p:sp>
        <p:nvSpPr>
          <p:cNvPr id="4" name="Google Shape;57;p6"/>
          <p:cNvSpPr txBox="1"/>
          <p:nvPr/>
        </p:nvSpPr>
        <p:spPr>
          <a:xfrm>
            <a:off x="1707663" y="2154046"/>
            <a:ext cx="9163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US" dirty="0" smtClean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03422" y="1558621"/>
            <a:ext cx="851564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 before-and-after comparisons: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sz="3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Improved from X% to Y%.</a:t>
            </a:r>
          </a:p>
          <a:p>
            <a:pPr marL="1028700" lvl="1" indent="-5715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sz="3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Growth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Increased by Z%.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 intangible benefits like improved brand loyalty and user satisfaction.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visuals like bar graphs or pie charts to showcase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1809945" y="532274"/>
            <a:ext cx="8776355" cy="1013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809945" y="1696009"/>
            <a:ext cx="877635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with a thought-provoking statement like, </a:t>
            </a:r>
            <a:r>
              <a:rPr kumimoji="0" lang="en-US" sz="3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“Big data is not just a tool—it's the compass guiding businesses toward innovation and growth.”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Suggest potential future use cases, e.g., AI-driven decision-making or real-time data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00CF16B-1959-7CEF-1EE6-95CACD69EB3F}"/>
              </a:ext>
            </a:extLst>
          </p:cNvPr>
          <p:cNvSpPr txBox="1"/>
          <p:nvPr/>
        </p:nvSpPr>
        <p:spPr>
          <a:xfrm>
            <a:off x="3218023" y="2407327"/>
            <a:ext cx="66662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53488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307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Times New Roman</vt:lpstr>
      <vt:lpstr>Wingdings</vt:lpstr>
      <vt:lpstr>Wingdings 3</vt:lpstr>
      <vt:lpstr>Wisp</vt:lpstr>
      <vt:lpstr>ERODE SENGUNTHAR ENGINEERING COLLEGE (AN AUTONOMOUS INSTITUTION) PERUNDURAI, ERODE-638507</vt:lpstr>
      <vt:lpstr>PROBLEM STATEMENT</vt:lpstr>
      <vt:lpstr>ABSTRACT </vt:lpstr>
      <vt:lpstr>PowerPoint Presentation</vt:lpstr>
      <vt:lpstr>PowerPoint Presentation</vt:lpstr>
      <vt:lpstr>PowerPoint Presentation</vt:lpstr>
      <vt:lpstr>CONCLUSION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ERODE SENGUNTHAR ENGINEERING COLLEGE (AN AUTONOMOUS INSTITUTION) PERUNDURAI, ERODE-638507</dc:title>
  <dc:creator>SUBASH</dc:creator>
  <cp:lastModifiedBy>SUBASH</cp:lastModifiedBy>
  <cp:revision>6</cp:revision>
  <dcterms:modified xsi:type="dcterms:W3CDTF">2025-03-07T05:27:54Z</dcterms:modified>
</cp:coreProperties>
</file>